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20.xml.rels" ContentType="application/vnd.openxmlformats-package.relationships+xml"/>
  <Override PartName="/ppt/slides/_rels/slide12.xml.rels" ContentType="application/vnd.openxmlformats-package.relationships+xml"/>
  <Override PartName="/ppt/slides/_rels/slide19.xml.rels" ContentType="application/vnd.openxmlformats-package.relationships+xml"/>
  <Override PartName="/ppt/slides/_rels/slide22.xml.rels" ContentType="application/vnd.openxmlformats-package.relationships+xml"/>
  <Override PartName="/ppt/slides/_rels/slide15.xml.rels" ContentType="application/vnd.openxmlformats-package.relationships+xml"/>
  <Override PartName="/ppt/slides/_rels/slide21.xml.rels" ContentType="application/vnd.openxmlformats-package.relationships+xml"/>
  <Override PartName="/ppt/slides/_rels/slide14.xml.rels" ContentType="application/vnd.openxmlformats-package.relationships+xml"/>
  <Override PartName="/ppt/slides/_rels/slide16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6.xml.rels" ContentType="application/vnd.openxmlformats-package.relationships+xml"/>
  <Override PartName="/ppt/slides/_rels/slide1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A56A62-F4AB-4CC1-883C-58001DB9F7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80EACE-8F01-4DAD-A0F2-868A8C5E49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8C83432-05C2-4037-AC35-035583FE24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83C93C3-234D-4C45-9B52-A442C7D627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A60BE29-58AE-487D-86AA-CBC5E0D0F2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200C73E-8895-4D33-B321-CDD01E8F87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564E6A3-1B58-4C4A-B0D0-449F7EC0B0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33CCD79-1131-46E2-9AC4-5722669242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2E7F1164-D1EA-48B7-9FF2-B9AC1D6465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EE060BB-7C95-4D72-B3B9-C3E5877276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64A29B7-38BF-46FB-AD54-831CD06BFF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2F77B4-D49C-45BC-9E60-16CD01142CDA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21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2C5B05-1BF4-44A8-850D-D12D9EF43E1A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38A9BC-9DFD-4562-A176-CE696F7FCA92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F136D9-68C9-434F-8DB6-9DBFC2EAC3E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58A9E6-3114-4D8A-A895-A9996F493FB8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520F8D-903C-45E9-B88E-2B928E60B81E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DAC4F9-C74D-4E9C-88CF-EC58244C477E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2A1E21-8892-40B3-9CD0-9FFFE16317F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266DFA-8560-4CBA-A2E6-2B0F0B66AFBB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80B4EE-2197-4767-B6CC-DB188F53FE4D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C8C249-A222-412D-9CF9-05960588411C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Программирование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1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длину стороны квадрата. Вывести на экран площадь квадрата.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код:</a:t>
            </a:r>
            <a:br>
              <a:rPr sz="2800"/>
            </a:b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Считываем длину стороны и преобразуем её в число (с плавающей точкой)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side = float(input("Введите длину стороны квадрата: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площадь (сторона в квадрате)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area = side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print(f"Площадь квадрата равна: {area}")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94680"/>
            <a:ext cx="10515240" cy="159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4102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сторон прямоугольника. Вывести на экран площадь прямоугольника.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код:</a:t>
            </a:r>
            <a:br>
              <a:rPr sz="2800"/>
            </a:b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Считываем длины двух сторон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length = float(input("Введите длину прямоугольника: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width = float(input("Введите ширину прямоугольника: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площадь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area = length * width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print(f"Площадь прямоугольника равна: {area}")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арифметическое.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код:</a:t>
            </a:r>
            <a:br>
              <a:rPr sz="2800"/>
            </a:b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Считываем два числа от пользователя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среднее арифметическое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average = (num1 + num2) /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print(f"Среднее арифметическое равно: {average}")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/>
          </p:nvPr>
        </p:nvSpPr>
        <p:spPr>
          <a:xfrm rot="15600">
            <a:off x="14040" y="490320"/>
            <a:ext cx="11945520" cy="635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код:</a:t>
            </a:r>
            <a:br>
              <a:rPr sz="2800"/>
            </a:b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num1 &gt;= 0 and num2 &gt;=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geometric_mean = math.sqrt(num1 * num2)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print(f"Среднее геометрическое равно: {geometric_mean}")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print("Ошибка: среднее геометрическое вычисляется только для неотрицательных чисел.")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0" y="0"/>
            <a:ext cx="12192120" cy="46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0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геометрическое.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42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1111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 Light"/>
              </a:rPr>
              <a:t>Пользователь вводит длины катетов прямоугольного треугольника. Вывести на экран его гипотенузу и площадь.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0" y="299880"/>
            <a:ext cx="10563480" cy="440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600" spc="-1" strike="noStrike">
                <a:solidFill>
                  <a:schemeClr val="dk1"/>
                </a:solidFill>
                <a:latin typeface="Calibri"/>
              </a:rPr>
              <a:t>Ваш код:</a:t>
            </a:r>
            <a:br>
              <a:rPr sz="2600"/>
            </a:br>
            <a:r>
              <a:rPr b="0" lang="ru-RU" sz="26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26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600" spc="-1" strike="noStrike">
                <a:solidFill>
                  <a:schemeClr val="dk1"/>
                </a:solidFill>
                <a:latin typeface="Calibri"/>
              </a:rPr>
              <a:t>a = float(input("Введите первый катет: "))</a:t>
            </a:r>
            <a:endParaRPr b="0" lang="ru-RU" sz="2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600" spc="-1" strike="noStrike">
                <a:solidFill>
                  <a:schemeClr val="dk1"/>
                </a:solidFill>
                <a:latin typeface="Calibri"/>
              </a:rPr>
              <a:t>b = float(input("Введите второй катет: "))</a:t>
            </a:r>
            <a:endParaRPr b="0" lang="ru-RU" sz="26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600" spc="-1" strike="noStrike">
                <a:solidFill>
                  <a:schemeClr val="dk1"/>
                </a:solidFill>
                <a:latin typeface="Calibri"/>
              </a:rPr>
              <a:t>if a &gt; 0 and b &gt; 0:</a:t>
            </a:r>
            <a:endParaRPr b="0" lang="ru-RU" sz="2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600" spc="-1" strike="noStrike">
                <a:solidFill>
                  <a:schemeClr val="dk1"/>
                </a:solidFill>
                <a:latin typeface="Calibri"/>
              </a:rPr>
              <a:t>hypotenuse = math.hypot(a, b)</a:t>
            </a:r>
            <a:endParaRPr b="0" lang="ru-RU" sz="2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600" spc="-1" strike="noStrike">
                <a:solidFill>
                  <a:schemeClr val="dk1"/>
                </a:solidFill>
                <a:latin typeface="Calibri"/>
              </a:rPr>
              <a:t>area = 0.5 * a * b</a:t>
            </a:r>
            <a:endParaRPr b="0" lang="ru-RU" sz="2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600" spc="-1" strike="noStrike">
                <a:solidFill>
                  <a:schemeClr val="dk1"/>
                </a:solidFill>
                <a:latin typeface="Calibri"/>
              </a:rPr>
              <a:t>print(f"Гипотенуза: {hypotenuse:.2f}")  # :.2f округлит до 2 знаков</a:t>
            </a:r>
            <a:endParaRPr b="0" lang="ru-RU" sz="2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600" spc="-1" strike="noStrike">
                <a:solidFill>
                  <a:schemeClr val="dk1"/>
                </a:solidFill>
                <a:latin typeface="Calibri"/>
              </a:rPr>
              <a:t>print(f"Площадь: {area:.2f}")</a:t>
            </a:r>
            <a:endParaRPr b="0" lang="ru-RU" sz="2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6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600" spc="-1" strike="noStrike">
                <a:solidFill>
                  <a:schemeClr val="dk1"/>
                </a:solidFill>
                <a:latin typeface="Calibri"/>
              </a:rPr>
              <a:t>print("Ошибка: катеты должны быть положительными числами.")</a:t>
            </a:r>
            <a:endParaRPr b="0" lang="ru-RU" sz="26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число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N.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Вывести на экран через запятую (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N-1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)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, N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, (N+1)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код:</a:t>
            </a:r>
            <a:br>
              <a:rPr sz="2800"/>
            </a:b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 = int(input("Введите число N: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prev_sq = (n - 1)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curr_sq = n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next_sq = (n + 1)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print(f"{prev_sq}, {curr_sq}, {next_sq}")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год. Вывести на экран ответ, является ли год високосным.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код:</a:t>
            </a:r>
            <a:br>
              <a:rPr sz="2800"/>
            </a:b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try: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year = int(input("Введите год: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year &gt;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print("Високосный" if (year % 4 == 0 and year % 100 != 0) or (year % 400 == 0) else "Не високосный")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print("Год должен быть положительным.")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except ValueError: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print("Ошибка: введите целое число.")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8649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целое число. Программа должна ответить, четным или нечетным является это число.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код:</a:t>
            </a:r>
            <a:br>
              <a:rPr sz="2800"/>
            </a:b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while True: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try: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number = int(input("Введите целое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print("Четное" if number % 2 == 0 else "Нечетное")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break  # Успешно выполнили — выходим из цикла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except ValueError: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print("❌ Ошибка: нужно ввести именно целое число (например, 7 или -12). Попробуйте снова.")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Если первое число меньше второго, то вычислить их сумму, иначе – разность первого и второго.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код:</a:t>
            </a:r>
            <a:br>
              <a:rPr sz="2800"/>
            </a:b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Ввод двух чисел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float(input("Введите первое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float(input("Введите второе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Проверка условия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a &lt; b: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result = a + b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print(f"Сумма чисел: {result}")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result = a - b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print(f"Разность первого и второго: {result}")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первые 16 степеней числа 2.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код:</a:t>
            </a:r>
            <a:br>
              <a:rPr sz="2800"/>
            </a:b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range(16):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print(f"2^{i} = {2**i}")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четных чисел.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код:</a:t>
            </a:r>
            <a:br>
              <a:rPr sz="2800"/>
            </a:b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count_even = 0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 = int(input(f"Введите целое число {i+1}: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num % 2 ==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count_even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print(f"Количество четных чисел: {count_even}")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73440"/>
            <a:ext cx="10515240" cy="161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положительных, сколько отрицательных и сколько нулей.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код:</a:t>
            </a:r>
            <a:br>
              <a:rPr sz="2800"/>
            </a:b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positive = 0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negative = 0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zero = 0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 = int(input(f"Введите целое число {i+1}: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num &gt;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positive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elif num &lt;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negative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zero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print(f"Положительных: {positive}")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print(f"Отрицательных: {negative}")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print(f"Нулей: {zero}")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Найти разницу между наибольшим и наименьшим.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код:</a:t>
            </a:r>
            <a:br>
              <a:rPr sz="2800"/>
            </a:b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numbers = []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 = int(input(f"Введите целое число {i+1}: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numbers.append(num)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max_num = max(numbers)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min_num = min(numbers)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difference = max_num - min_num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print(f"Наибольшее число: {max_num}")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print(f"Наименьшее число: {min_num}")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print(f"Разница между наибольшим и наименьшим: {difference}")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количество чисел, равных максимальному элементу массива.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код:</a:t>
            </a:r>
            <a:br>
              <a:rPr sz="2800"/>
            </a:b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Ввод 10 целых чисел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[]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 = int(input(f"Введите элемент A[{i}]: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A.append(num)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Находим максимальный элемент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max_val = max(A)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Считаем количество чисел, равных максимальному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count_max = A.count(max_val)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print(f"Массив: {A}")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print(f"Максимальный элемент: {max_val}")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print(f"Количество чисел, равных максимальному: {count_max}")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4240" y="365040"/>
            <a:ext cx="12002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6364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разницу между суммой всех элементов с четными индексами и суммой всех элементов с нечетными индексами.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27640" y="22460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код:</a:t>
            </a:r>
            <a:br>
              <a:rPr sz="2800"/>
            </a:b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[]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Ввод 10 целых чисел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 = int(input(f"Введите A[{i}]: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A.append(num)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Сумма элементов с чётными индексами (0, 2, 4, 6, 8)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sum_even = sum(A[i] for i in range(0, 10, 2))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Сумма элементов с нечётными индексами (1, 3, 5, 7, 9)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sum_odd = sum(A[i] for i in range(1, 10, 2))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Разница (чётные минус нечётные)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difference = sum_even - sum_odd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print(f"Массив: {A}")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print(f"Сумма чётных индексов: {sum_even}")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print(f"Сумма нечётных индексов: {sum_odd}")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print(f"Разница (чётные - нечётные): {difference}")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1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Подсчитать количество арабских цифр в тексте, введенном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код:</a:t>
            </a:r>
            <a:br>
              <a:rPr sz="2800"/>
            </a:b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текст: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count = 0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char in text: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char.isdigit():  # или if '0' &lt;= char &lt;= '9'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count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print(f"Количество цифр в тексте: {count}")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Убрать из строки, введенной пользователем все пробелы, и распечатать ее.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код:</a:t>
            </a:r>
            <a:br>
              <a:rPr sz="2800"/>
            </a:b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строку: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no_spaces = text.replace(" ", "")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print(no_spaces)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первое слово из строки, введенной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код:</a:t>
            </a:r>
            <a:br>
              <a:rPr sz="2800"/>
            </a:b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строку: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words = text.split()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words: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print(words[0])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с клавиатуры текст. Записать его в файл.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код:</a:t>
            </a:r>
            <a:br>
              <a:rPr sz="2800"/>
            </a:b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текст: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with open("output.txt", "w", encoding="utf-8") as file: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file.write(text)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print("Текст успешно записан в файл 'output.txt'")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0" y="34920"/>
            <a:ext cx="11601720" cy="33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61352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1500" spc="-1" strike="noStrike">
                <a:solidFill>
                  <a:schemeClr val="dk1"/>
                </a:solidFill>
                <a:latin typeface="Calibri Light"/>
              </a:rPr>
              <a:t>Написать программу для следующей игры человека с компьютером. Человек загадывает некоторое число из диапазона </a:t>
            </a:r>
            <a:r>
              <a:rPr b="0" lang="en-US" sz="1500" spc="-1" strike="noStrike">
                <a:solidFill>
                  <a:schemeClr val="dk1"/>
                </a:solidFill>
                <a:latin typeface="Calibri Light"/>
              </a:rPr>
              <a:t>[N,M]</a:t>
            </a:r>
            <a:r>
              <a:rPr b="0" lang="ru-RU" sz="1500" spc="-1" strike="noStrike">
                <a:solidFill>
                  <a:schemeClr val="dk1"/>
                </a:solidFill>
                <a:latin typeface="Calibri Light"/>
              </a:rPr>
              <a:t>, а компьютер должен отгадать это число за минимальное количество вопросов типа »да-нет» (Ваше число больше 25? Ваше число меньше 70? И т.д.)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0" y="365040"/>
            <a:ext cx="12192120" cy="526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Ваш код:</a:t>
            </a:r>
            <a:br>
              <a:rPr sz="1300"/>
            </a:b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def main():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print("Игра «Угадай число»")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print("Компьютер будет отгадывать ваше число, задавая вопросы «да»/«нет».\n")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# Ввод диапазона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while True: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try: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N = int(input("Введите левую границу диапазона N: "))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M = int(input("Введите правую границу диапазона M: "))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if N &gt;= M: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print("Ошибка: N должно быть меньше M. Повторите ввод.\n")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continue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break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except ValueError: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print("Ошибка: введите целые числа.\n")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print(f"\nЗагадайте целое число от {N} до {M} включительно.")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 txBox="1"/>
          <p:nvPr/>
        </p:nvSpPr>
        <p:spPr>
          <a:xfrm>
            <a:off x="0" y="0"/>
            <a:ext cx="8080920" cy="6696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input("Нажмите Enter, когда будете готовы...")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low, high = N, M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attempts = 0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while low &lt; high: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mid = (low + high) // 2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attempts += 1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# Задаём вопрос: "Ваше число больше X?"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while True: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answer = input(f"Вопрос {attempts}: Ваше число больше {mid}? (да/нет): ").strip().lower()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if answer in ('да', 'нет', 'yes', 'no', 'y', 'n'):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break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  <a:ea typeface="Tahoma"/>
              </a:rPr>
              <a:t>    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  <a:ea typeface="Tahoma"/>
              </a:rPr>
              <a:t>print("Пожалуйста, ответьте «да» или «нет».")</a:t>
            </a:r>
            <a:br>
              <a:rPr sz="1300"/>
            </a:b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if answer in ('да', 'yes', 'y'):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low = mid + 1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high = mid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# low == high — это загаданное число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print(f"\nКомпьютер угадал! Ваше число — {low}.")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  <a:ea typeface="Tahoma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  <a:ea typeface="Tahoma"/>
              </a:rPr>
              <a:t>print(f"Количество заданных вопросов: {attempts} (минимум = {attempts})")</a:t>
            </a:r>
            <a:br>
              <a:rPr sz="1300"/>
            </a:b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if __name__ == "__main__":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main()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Application>LibreOffice/7.6.7.2$Linux_X86_64 LibreOffice_project/60$Build-2</Application>
  <AppVersion>15.0000</AppVersion>
  <Words>373</Words>
  <Paragraphs>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2026-05-15T20:11:14Z</dcterms:created>
  <dc:creator>Елена Демидова</dc:creator>
  <dc:description/>
  <dc:language>ru-RU</dc:language>
  <cp:lastModifiedBy/>
  <dcterms:modified xsi:type="dcterms:W3CDTF">2026-05-16T09:49:01Z</dcterms:modified>
  <cp:revision>13</cp:revision>
  <dc:subject/>
  <dc:title>Программирование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21</vt:i4>
  </property>
</Properties>
</file>